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the World - a calm physics puzzle where you never move the character: you rotate the whole island and gravity carries a glowing orb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 in one sentence. The fantasy: holding a small painted world in your hands and tipping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mechanic: one gesture. Drag anywhere to rotate the island; the orb rolls with gravity; the portal is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Situations built from a few readable pieces: spikes, gems, water, boulders that break crates, spring pads, urchins.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Progression: levels stand in one continuous world. Finish an island and the camera pushes forward to the next, which was already visible in the sky.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identity: pastel dawn, painted parallax layers, glass orb, glowing portal, grass, vines, flowers, particles.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feels good: understood in a second, physics you can feel, a world that never cuts, one idea per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Pull the World</dc:title>
  <dc:subject>PptxGenJS Presentation</dc:subject>
  <dc:creator>Obscure Games</dc:creator>
  <cp:lastModifiedBy>Obscure Games</cp:lastModifiedBy>
  <cp:revision>1</cp:revision>
  <dcterms:created xsi:type="dcterms:W3CDTF">2026-09-13T22:33:07Z</dcterms:created>
  <dcterms:modified xsi:type="dcterms:W3CDTF">2026-09-13T22:33:07Z</dcterms:modified>
</cp:coreProperties>
</file>